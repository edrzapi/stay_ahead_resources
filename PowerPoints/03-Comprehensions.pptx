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Comprehensions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a list, set or dict in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declarative line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map, filter, combine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3 ·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969264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883664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44" y="2041672"/>
            <a:ext cx="269199" cy="269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9344" y="18196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9344" y="2203704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concise expression that builds a collection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9904" y="1691640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691640"/>
            <a:ext cx="64008" cy="9692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883664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368" y="2041672"/>
            <a:ext cx="269199" cy="2691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9168" y="18196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Comprehension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59168" y="2203704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Anatomy · conditions · spanning · sources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798064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798064"/>
            <a:ext cx="64008" cy="969264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2990088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44" y="3148096"/>
            <a:ext cx="269199" cy="2691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9344" y="29260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Comprehension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09344" y="3310128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expr for ... } · dedupes automatically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9904" y="2798064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2798064"/>
            <a:ext cx="64008" cy="969264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09360" y="2990088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68" y="3148096"/>
            <a:ext cx="269199" cy="26919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9168" y="29260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Dictionary Comprehension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059168" y="3310128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key: value for ... } · the zip function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904488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3904488"/>
            <a:ext cx="64008" cy="969264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59536" y="4096512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44" y="4254520"/>
            <a:ext cx="269199" cy="26919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9344" y="403250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Nesting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609344" y="4416552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comprehension inside a comprehension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89904" y="3904488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89904" y="3904488"/>
            <a:ext cx="64008" cy="969264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09360" y="4096512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368" y="4254520"/>
            <a:ext cx="269199" cy="269199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59168" y="403250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Flattening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059168" y="4416552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Flatten a nested list with two for clauses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40080" y="5010912"/>
            <a:ext cx="5458968" cy="969264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0080" y="5010912"/>
            <a:ext cx="64008" cy="9692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59536" y="5202936"/>
            <a:ext cx="585216" cy="58521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544" y="5360944"/>
            <a:ext cx="269199" cy="269199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609344" y="513892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 Expressions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1609344" y="5522976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expr for ... ) · lazy, one-shot, low memory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comprehension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comprehension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concise expression that builds a new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/ set / dict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an iterable: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53212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5532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for_loop.py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lower_names = []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lower_names.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name.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lower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39572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086600" y="2331720"/>
            <a:ext cx="448056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2331720"/>
            <a:ext cx="44805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064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7181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3317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comprehension.py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42632" y="2825496"/>
            <a:ext cx="40233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lower_names = [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name.lower()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for 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result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every name is mapped to a new value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Concise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efficient, and declarative. It reads like an SQL query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basic form: anatomy of a comprehension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the logic lives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the square brackets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two parts: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058400" cy="9692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100584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877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5877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5877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468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basic_form.py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96265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lower_names = [</a:t>
            </a:r>
            <a:pPr algn="l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name.lower()</a:t>
            </a:r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</a:t>
            </a:r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931920"/>
            <a:ext cx="4572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value added to the new container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3931920"/>
            <a:ext cx="42062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for loop over the source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brackets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 list. The for loop has no colon and no indented body. The expression IS the body.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statements: filter, or choose a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at the end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filters; an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if cond else b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expression chooses a value: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69848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106984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134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134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3134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9456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688336"/>
            <a:ext cx="10241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filter, keep only odd numbers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odds = [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%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odds ===&gt; [1, 3, 5]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choose a value, label each number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labels = [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"odd"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%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"even"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labels ===&gt; ['odd','even','odd','even','odd']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Spanning lines for readability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readability, put each of the three parts on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own line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85216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852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591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591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3591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402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spanning.py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34056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short_names =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</a:t>
            </a:r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len(name) &lt; </a:t>
            </a:r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brackets let it span lines freely. Or, some devs prefer very short names: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66560" y="3200400"/>
            <a:ext cx="475488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3200400"/>
            <a:ext cx="47548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33192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0608" y="33192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1776" y="3319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200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22592" y="3694176"/>
            <a:ext cx="4297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 = [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 </a:t>
            </a:r>
            <a:pPr algn="l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if </a:t>
            </a:r>
            <a:pPr algn="l" indent="0" marL="0">
              <a:buNone/>
            </a:pPr>
            <a:r>
              <a:rPr lang="en-US" sz="12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len(n) &lt; </a:t>
            </a:r>
            <a:pPr algn="l" indent="0" marL="0">
              <a:buNone/>
            </a:pPr>
            <a:r>
              <a:rPr lang="en-US" sz="12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of data: any iterable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can be 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range, list, string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any iterable, iterator, or generator: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42416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9966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squares = [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* 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squares ===&gt; [0, 1, 4, 9, 16]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caps = [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c.upper()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"abc"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caps ===&gt; ['A', 'B', 'C']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 = [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line[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:]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open(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"audit.log"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startswith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"ERROR"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or more sources: each extra for nests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extra for loop is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the previous, every combination (all pairs):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8046720" cy="291693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80467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677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2677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2677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488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two_sources.py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642616"/>
            <a:ext cx="7589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prices = [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discounts = [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discounted = [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price - (price * discount / </a:t>
            </a:r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===&gt; [95, 90, 190, 180, 285, 270]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15400" y="228600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top-to-bottom as outer-then-inner, like stacked loops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x 2 = 6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results: every price with every discount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comprehensions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1959559"/>
            <a:ext cx="378562" cy="3785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0" y="1737360"/>
            <a:ext cx="990295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20240" y="173736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comprehension.py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copy in the </a:t>
            </a:r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books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 (10 dicts). Full data in the repo.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0" y="2697480"/>
            <a:ext cx="507492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0" y="2697480"/>
            <a:ext cx="50749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28163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29968" y="28163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31136" y="28163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26974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book, for shape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01952" y="3191256"/>
            <a:ext cx="4617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'id'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'title'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'The Gruffalo'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'author'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'Donaldson'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'genre'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'Childrens'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'ratings'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03720" y="26700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the books list to produce each of these: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03720" y="3127248"/>
            <a:ext cx="4663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titles only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childrens books only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titles of childrens books only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and military/war books only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and author of classics only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books with average rating greater than 4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and author of childrens books with avg rating &gt; 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645920" y="5715000"/>
            <a:ext cx="9902952" cy="50292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20240" y="57150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content/comprehension.md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braces, no colon, and it dedupes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single expression, the result is 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(duplicates removed):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96926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9692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774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set_comp.py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71216"/>
            <a:ext cx="9235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words = [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"bye"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uniques = {</a:t>
            </a:r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word.lower()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uniques ===&gt; {'hi', 'bye'}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}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colon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 set; the same braces with a colon → a dict (next).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Comprehension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DICTIONARY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 with a key: value expression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key: value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expression: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32688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3268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dict_comp.py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8869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squares =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n: n * 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squares ===&gt; {1: 1, 2: 4, 3: 9}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the colon, the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after, both can be any expression.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Dictionary Comprehension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DICTIONARY COMPREHENSION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zip function: pair two lists into a dict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pairs items from two lists by position, perfect inside a dict comprehension: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8869680" cy="2670048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88696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134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134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3134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945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zip_dict.py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688336"/>
            <a:ext cx="8412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countries = [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"France"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"Germany"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"Spain"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capitals = [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"Paris"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"Berlin"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"Madrid"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lookup =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country: capital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country, capital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zip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(countries, capitals)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{"France": "Paris", "Germany": "Berlin", ...}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46920" y="29260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zip yields tuples: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('France','Paris')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  unpacked into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country, capital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Dictionary Comprehension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sources &amp; zip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0052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the output. What does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45920" y="2377440"/>
            <a:ext cx="576072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45920" y="2377440"/>
            <a:ext cx="57607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2996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3113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2377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01952" y="2871216"/>
            <a:ext cx="5303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letters = [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'a'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'b'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'c'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numbers = [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[</a:t>
            </a:r>
            <a:pPr algn="l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(l, n)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letters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numbers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35240" y="246888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 it to produce: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[('a', 1), ('b', 2), ('c', 3)]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45920" y="406908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 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first_name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last_name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dicts), transform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each book's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references a dict of the author's first and last names.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NESTING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comprehension inside a comprehension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a comprehension in the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 slot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a grid (a list of lists):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87552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875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nesting.py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9418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 =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[</a:t>
            </a:r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* col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===&gt; [[0, 0, 0],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      [0, 1, 2],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      [0, 2, 4]]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38928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comprehension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builds one row; the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 for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repeats it for each row.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Nesting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FLATTENING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Collapse a nested list with two for clauses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for clauses in a row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list of lists into a single list: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69264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692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flatten.py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9235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 = [[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 [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 [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 =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 </a:t>
            </a:r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flat ===&gt; [1, 2, 3, 4, 5, 6]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376672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order as nested loops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for each row, then for each value in that row.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Flattening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&amp; flattening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05099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the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recipes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 (each recipe has a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an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ingredients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list)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and transform it into 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ingredients.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45920" y="3383280"/>
            <a:ext cx="6949440" cy="118872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45920" y="3383280"/>
            <a:ext cx="6949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35021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29968" y="35021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31136" y="35021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33832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recipe, for shape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01952" y="3877056"/>
            <a:ext cx="6492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'name'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'spag bowl'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'ingredients'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'pasta'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'bolognese sauce'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]}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23960" y="352044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for clauses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flatten AND dedupe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 EXPRESSIONS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a list comp, but lazy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brackets for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parentheses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values are produced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lazily, one at a time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950976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9509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genexp.py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9052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 = 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* 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1000000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nothing computed yet, no big list in memory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(gen)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# consumed on demand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one-shot: gen is now exhausted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computes each value only when asked;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memory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 full list built)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once iterated it's exhausted; great for piping into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 / max / any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 Expressions  ·  16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0052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 expression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how does it differ from 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comprehension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 EXPRESSION  ( ... 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45920" y="297180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iterator, items one at a time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memory, great for large / streamed data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One-shot: no len(), no indexing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COMPREHENSION  [ ... ]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12280" y="297180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the whole list up front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Reusable, supports len() and indexing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everything in memory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9601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· for · condition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parts inside the brackets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list · { } set · { k: v } dict · ( ) generator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same anatomy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Nest, flatten, zip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combine and reshape; genexps stay lazy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Comprehensions</dc:title>
  <dc:subject>PptxGenJS Presentation</dc:subject>
  <dc:creator>Edward Reynolds</dc:creator>
  <cp:lastModifiedBy>Edward Reynolds</cp:lastModifiedBy>
  <cp:revision>1</cp:revision>
  <dcterms:created xsi:type="dcterms:W3CDTF">2026-06-11T08:23:15Z</dcterms:created>
  <dcterms:modified xsi:type="dcterms:W3CDTF">2026-06-11T08:23:15Z</dcterms:modified>
</cp:coreProperties>
</file>