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1051560" cy="10515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1426921"/>
            <a:ext cx="483718" cy="483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PROGRAMMING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Testing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5836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Terminology, frameworks, assertions, fixtures, </a:t>
            </a:r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stubs and mocks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tests from the command line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Edward Reynolds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.    StayAhead Training, 2026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8 . UNIT TESTING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58968" cy="950976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" cy="9509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82880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09" y="2011497"/>
            <a:ext cx="311262" cy="311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801368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37360" y="2203704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Terminology, frameworks, guidelines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9904" y="1691640"/>
            <a:ext cx="5458968" cy="950976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1691640"/>
            <a:ext cx="64008" cy="950976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45936" y="1828800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633" y="2011497"/>
            <a:ext cx="311262" cy="31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87184" y="1801368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Unit Test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87184" y="2203704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TestCase subclass, the 3A pattern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2825496"/>
            <a:ext cx="5458968" cy="950976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825496"/>
            <a:ext cx="64008" cy="95097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96112" y="2962656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09" y="3145353"/>
            <a:ext cx="311262" cy="3112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2935224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Methods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37360" y="333756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assertEqual, assertRaises, and more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9904" y="2825496"/>
            <a:ext cx="5458968" cy="950976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9904" y="2825496"/>
            <a:ext cx="64008" cy="950976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45936" y="2962656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633" y="3145353"/>
            <a:ext cx="311262" cy="3112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87184" y="2935224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Fixtures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87184" y="333756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setUp, tearDown, setUpClass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3959352"/>
            <a:ext cx="5458968" cy="950976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3959352"/>
            <a:ext cx="64008" cy="950976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96112" y="4096512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09" y="4279209"/>
            <a:ext cx="311262" cy="31126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37360" y="4069080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Stubs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737360" y="4471416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Hand-written stand-ins for isolation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89904" y="3959352"/>
            <a:ext cx="5458968" cy="950976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089904" y="3959352"/>
            <a:ext cx="64008" cy="950976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45936" y="4096512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633" y="4279209"/>
            <a:ext cx="311262" cy="3112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87184" y="4069080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Mocks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187184" y="4471416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unittest.mock: Mock and patch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640080" y="5093208"/>
            <a:ext cx="5458968" cy="950976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0080" y="5093208"/>
            <a:ext cx="64008" cy="95097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96112" y="5230368"/>
            <a:ext cx="676656" cy="676656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809" y="5413065"/>
            <a:ext cx="311262" cy="31126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737360" y="5202936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Line Test Execution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1737360" y="5605272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-m unittest, discovery, -v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 .  01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0879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642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1664208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39696"/>
            <a:ext cx="10908792" cy="475488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396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2139696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smallest testable part of an application (a function or method)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15184"/>
            <a:ext cx="10908792" cy="475488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1518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615184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group of related tests, usually a class or module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090672"/>
            <a:ext cx="10908792" cy="475488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906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090672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under test: the module or class currently being tested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0908792" cy="475488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5661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double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fake object used in place of one of the SUT's real dependencies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041648"/>
            <a:ext cx="10908792" cy="475488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0416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4041648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environment in which the test runs: the SUT's prepared dependencies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517136"/>
            <a:ext cx="10908792" cy="475488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51713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37560" y="4517136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of constructing the fixture before each test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992624"/>
            <a:ext cx="10908792" cy="475488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9926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37560" y="4992624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function or method that exercises the unit and passes or fails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468112"/>
            <a:ext cx="10908792" cy="475488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4681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37560" y="5468112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statement that decides whether the test passes or fails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080" y="5943600"/>
            <a:ext cx="10908792" cy="475488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9436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Teardown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37560" y="5943600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process of destroying the fixture after each test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" y="6419088"/>
            <a:ext cx="10908792" cy="475488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641908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37560" y="6419088"/>
            <a:ext cx="7982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script that invokes all tests in a test case or suite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.  02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testing frameworks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97" y="223753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8840" y="1874520"/>
            <a:ext cx="9144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unittest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part of the Python standard library, no install needed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pytest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popular third-party tool, plain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richer output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framework gives you: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148840" y="2971800"/>
            <a:ext cx="9144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way to group and name tests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test discovery (files and functions matching test_*)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runner that reports pass, fail and error with a summary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setup and teardown hooks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.  03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Guidelines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55648"/>
            <a:ext cx="914400" cy="91440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00253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664208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the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3A pattern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Arrange, Act, Assert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test interdependence: each test must stand on its own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it simple: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not abstract away the Arrange step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Arrangement pain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code smell. Hard-to-arrange code is badly designed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your tests to the build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If a test fails, the build fails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test, one thing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If the name has 'and', split it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tests so the failure line alone says what broke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Deterministic: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random data, no live network calls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 the SUT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its dependencies using test doubles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logic inside a test: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ifs, loops or exception handling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.  04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SIMPLE UNIT TEST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3A pattern in a TestCase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3584448" cy="12344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09928"/>
            <a:ext cx="3584448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928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pPr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rrange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368296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arguments, set the SUT's starting state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9392" y="1709928"/>
            <a:ext cx="3584448" cy="12344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9392" y="1709928"/>
            <a:ext cx="358444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8928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pPr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53712" y="2368296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 the SUT: call the function or method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18704" y="1709928"/>
            <a:ext cx="3584448" cy="12344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18704" y="1709928"/>
            <a:ext cx="3584448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8928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pPr indent="0" marL="0">
              <a:buNone/>
            </a:pPr>
            <a:r>
              <a:rPr lang="en-US" sz="21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ssert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193024" y="2368296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the outcome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127248"/>
            <a:ext cx="10241280" cy="20665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27248"/>
            <a:ext cx="102412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246120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3246120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25296" y="3246120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312724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account_test.py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6112" y="3621024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TestAccount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(unittest.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TestCase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test_deposit_increases_balance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account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Account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 # arrange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account.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deposit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        # act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assertEqual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(account.balance,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 # assert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Simple Unit Test  .  05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 METHODS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unittest assert* family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08792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1664208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checks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66544"/>
            <a:ext cx="10908792" cy="402336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665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assertEqual(a, b)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63440" y="2066544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a == 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08792" cy="402336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688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assertNotEqual(a, b)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a != 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10908792" cy="402336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712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assertTrue(x)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2871216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bool(x) is True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73552"/>
            <a:ext cx="10908792" cy="402336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735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assertFalse(x)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3273552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bool(x) is False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10908792" cy="402336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758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assertIn(a, b)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3675888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a in 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078224"/>
            <a:ext cx="10908792" cy="402336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782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assertNotIn(a, b)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63440" y="4078224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a not in 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480560"/>
            <a:ext cx="10908792" cy="402336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4805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assertRaises(exc, fn, ...)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63440" y="4480560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fn(...) raises exc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882896"/>
            <a:ext cx="10908792" cy="402336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8828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assertAlmostEqual(a, b)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63440" y="4882896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a and b are close (float-safe)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285232"/>
            <a:ext cx="10908792" cy="402336"/>
          </a:xfrm>
          <a:prstGeom prst="rect">
            <a:avLst/>
          </a:prstGeom>
          <a:solidFill>
            <a:srgbClr val="0F1626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2852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assertIsNone(x)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63440" y="5285232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x is None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5687568"/>
            <a:ext cx="10908792" cy="402336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68756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assertIsNotNone(x)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63440" y="5687568"/>
            <a:ext cx="6885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Assert x is not None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61447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assertRaises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context manager: </a:t>
            </a:r>
            <a:pPr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self.assertRaises(ValueError): &lt;act&gt;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-- test passes only when the exception is raised.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 Methods  .  06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testing basics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91640" y="1783080"/>
            <a:ext cx="9857232" cy="713232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78308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Setup:  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assorted.py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repo. Create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assorted_test.py</a:t>
            </a:r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alongside it.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purpose of unit testing?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the three A's?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5074920"/>
            <a:ext cx="10908792" cy="914400"/>
          </a:xfrm>
          <a:prstGeom prst="rect">
            <a:avLst/>
          </a:prstGeom>
          <a:solidFill>
            <a:srgbClr val="0F1626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. 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content/unit-testing.md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.  07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FIXTURES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and tearDown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 before EACH test: build the shared fixture fresh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tearDown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 after EACH test: release resources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setUpClass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tearDownClass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run once per class for expensive shared state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10424160" cy="37124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063240"/>
            <a:ext cx="10424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821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1821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1821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0632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account_test.py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557016"/>
            <a:ext cx="9966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TestAccount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(unittest.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TestCase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setUp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# runs before EACH test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self.account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Account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tearDown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# runs after EACH test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self.account =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test_deposit_increases_balance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self.account.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deposit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assertEqual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(self.account.balance,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test_withdraw_reduces_balance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self.account.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withdraw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assertEqual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(self.account.balance, 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70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Fixtures  .  08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STUBS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hand-written stand-in for isolation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stub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fake object that returns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canned data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place of a real dependency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 it into the SUT via the constructor: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injection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Stub vs mock: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stub just supplies data. A mock also records calls for later assertion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54096"/>
            <a:ext cx="10424160" cy="343814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054096"/>
            <a:ext cx="10424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7296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17296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172968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05409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order_test.py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547872"/>
            <a:ext cx="99669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StubPaymentGateway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# hand-written stub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charge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amount):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return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"ok"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# canned return value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TestOrder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(unittest.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TestCase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test_checkout_total_charged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gateway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StubPaymentGateway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# arrange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order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(gateway, items=[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"book"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result = order.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checkout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# act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assertEqual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(result,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"ok"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    # assert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Stubs  .  09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and verifying calls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mock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supplies canned data AND records every call made to it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Mock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MagicMock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use for a collaborator passed in as an argument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assert_called_once_with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verify the call happened, once, with the right argument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54096"/>
            <a:ext cx="10424160" cy="37124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054096"/>
            <a:ext cx="10424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72968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172968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172968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05409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order_test.py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547872"/>
            <a:ext cx="99669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unittest.mock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MagicMock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TestOrder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(unittest.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TestCase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test_checkout_charges_correct_amount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gateway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MagicMock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# arrange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gateway.charge.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return_value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"ok"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order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(gateway, items=[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"book"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], price=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order.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checkout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# act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gateway.charge.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assert_called_once_with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# assert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Mocks  .  10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@patch: replacing a name the SUT looks 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@patch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temporarily replace an object the SUT looks up by name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Patch target: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where the name is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where it is defined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80944"/>
            <a:ext cx="10424160" cy="42611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980944"/>
            <a:ext cx="10424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99816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3099816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3099816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98094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notifier_test.py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474720"/>
            <a:ext cx="99669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unittest.mock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patch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TestNotifier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(unittest.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TestCase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4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5  </a:t>
            </a:r>
            <a:pPr algn="l"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@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patch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"notifier.send_email"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# patch WHERE used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6 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test_welcome_email_sent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mock_send):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7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notifier =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Notifier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# arrange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8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notifier.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welcome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"alice"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# act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mock_send.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assert_called_once_with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"alice@example.com", "Welcome!"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assert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3A46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Mocks  .  11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Stubs, mocks and isolation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 between a stub and a mock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unittest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require classes that inherit from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TestCase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assorted.py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Code tests for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get_next_number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get_greeting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total_amount_repayable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Isolate each test from its dependencies. Cover happy and sad paths.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0908792" cy="914400"/>
          </a:xfrm>
          <a:prstGeom prst="rect">
            <a:avLst/>
          </a:prstGeom>
          <a:solidFill>
            <a:srgbClr val="0F1626"/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074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. 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content/unit-testing.md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.  12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 LINE TEST EXECUTION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-m unittest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424160" cy="42611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104241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1051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81051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81051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6916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185416"/>
            <a:ext cx="99669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discover and run all tests in the current directory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-m unittest discover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-m unittest discover -v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# verbose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-m unittest account_test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# one module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-m unittest account_test.TestAccount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one class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terse output (dot=pass, F=fail, E=error)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..F.E.  Ran 5 tests in 0.012s  FAILED (failures=1, errors=1)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verbose output (-v)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test_deposit ... 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test_withdraw ...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test_transfer ...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10908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FAIL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assertion failed (wrong answer).  </a:t>
            </a:r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unexpected exception (crash in test or SUT).  Both need fixing.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Command Line Test Execution  .  13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50601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&amp; questions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7772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Arrange, Act, Assert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the shape of every good test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Fixtures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setUp builds the shared context fresh before each test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Stubs supply data; mocks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also verify how the SUT called its dependency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-m unittest discover -v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run everything, verbosely</a:t>
            </a:r>
            <a:endParaRPr lang="en-US" sz="15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Testing</dc:title>
  <dc:subject>PptxGenJS Presentation</dc:subject>
  <dc:creator>Edward Reynolds</dc:creator>
  <cp:lastModifiedBy>Edward Reynolds</cp:lastModifiedBy>
  <cp:revision>1</cp:revision>
  <dcterms:created xsi:type="dcterms:W3CDTF">2026-06-12T08:17:43Z</dcterms:created>
  <dcterms:modified xsi:type="dcterms:W3CDTF">2026-06-12T08:17:43Z</dcterms:modified>
</cp:coreProperties>
</file>