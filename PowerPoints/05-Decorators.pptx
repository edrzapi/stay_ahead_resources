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Decorators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behaviour to a function </a:t>
            </a:r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changing it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the </a:t>
            </a:r>
            <a:pPr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@pie syntax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makes it clean.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·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5 · DECORATORS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58968" cy="960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77" y="2102937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74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276856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decoration means, and why it matters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9904" y="1783080"/>
            <a:ext cx="5458968" cy="960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783080"/>
            <a:ext cx="64008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18504" y="192024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201" y="2102937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41464" y="1874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Decorator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41464" y="2276856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 a func, wrap it, return the wrapper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926080"/>
            <a:ext cx="5458968" cy="960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926080"/>
            <a:ext cx="64008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8680" y="306324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377" y="3245937"/>
            <a:ext cx="311262" cy="311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017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 Syntax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3419856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 as shorthand for name = deco(name)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9904" y="2926080"/>
            <a:ext cx="5458968" cy="960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9904" y="2926080"/>
            <a:ext cx="64008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18504" y="306324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201" y="3245937"/>
            <a:ext cx="311262" cy="3112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41464" y="3017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Arguments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41464" y="3419856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*args and **kwargs in the wrapper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4069080"/>
            <a:ext cx="5458968" cy="960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4069080"/>
            <a:ext cx="64008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8680" y="420624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377" y="4388937"/>
            <a:ext cx="311262" cy="31126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60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Return Values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691640" y="4562856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Capturing and forwarding the result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89904" y="4069080"/>
            <a:ext cx="5458968" cy="960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89904" y="4069080"/>
            <a:ext cx="64008" cy="9601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18504" y="420624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201" y="4388937"/>
            <a:ext cx="311262" cy="3112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41464" y="4160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 Decorators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141464" y="4562856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Decorator factories: @deco(arg)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40080" y="5212080"/>
            <a:ext cx="5458968" cy="960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0080" y="5212080"/>
            <a:ext cx="64008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68680" y="534924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377" y="5531937"/>
            <a:ext cx="311262" cy="31126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691640" y="5303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1691640" y="5705856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Logging, timing, auth, Flask, stdlib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·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decoration means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9840" y="1737360"/>
            <a:ext cx="1188720" cy="11887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794" y="20583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28800"/>
            <a:ext cx="8961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decorate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function is to add functionality to it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changing it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functional equivalent of OO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proxying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involves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monkey patching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 used to fundamentally alter behaviour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Commonplace in frameworks, e.g.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·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SIMPLE DECORATOR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Take, wrap, return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decorator is a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higher-order function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returns a modified version of the given function: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86384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7863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963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963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774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with_logging.py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71216"/>
            <a:ext cx="7406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with_logging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(func):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modified_func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print("Calling", func.__name__)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modified_func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732520" y="3520440"/>
            <a:ext cx="278892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3520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added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functionality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Simple Decorator  ·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decorator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1783080"/>
            <a:ext cx="985723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78308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decorators.py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decorators_test.py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Define decorators in the first; test them in the second.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decorator called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with_logging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prints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"Calling &lt;name&gt;"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calling the decorated function. Apply it to a simple function and call it.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 decorator that logs to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audit.log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date, time, the target function's name, and the arguments passed to it each time it is called.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691640" y="5074920"/>
            <a:ext cx="985723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65960" y="50749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content/decorators.md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PIE SYNTAX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 is shorthand for name = deco(name)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 syntax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preferred to explicitly monkey patching the function: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68096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76809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pie_syntax.py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7223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@with_logging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print("Hello")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output: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Calling hello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Hello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549640" y="2286000"/>
            <a:ext cx="3017520" cy="1737360"/>
          </a:xfrm>
          <a:prstGeom prst="rect">
            <a:avLst/>
          </a:prstGeom>
          <a:solidFill>
            <a:srgbClr val="0F1626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88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@with_logging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hello(): ...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 exactly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 = with_logging(hello)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Pie Syntax  ·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HANDLING ARGUMENTS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*args and **kwargs in the wrapper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*args, **kwargs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the wrapper forwards any call signature: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877824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87782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591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3591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3591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402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with_logging.py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34056"/>
            <a:ext cx="8321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with_logging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(func):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modified_func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*args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**kwargs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print("Calling", func.__name__)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for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print("-", arg)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func(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*args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**kwargs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modified_func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46920" y="32918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32918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 in,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unpack out,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 signature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Handling Arguments  ·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arguments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 decorator that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rounds the target function's return value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the nearest integer (use the built-in round function).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 decorator that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raises an Exception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the arguments passed to the target function are not numbers (either int or float).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91640" y="5074920"/>
            <a:ext cx="985723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65960" y="50749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content/decorators.md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HANDLING RETURN VALUES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Capture, inspect, or transform the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func(*args, **kwargs)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 variable to inspect or transform the result before returning it: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59536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round_result.py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8138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round_result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(func):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wrapper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(*args, **kwargs):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result =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(*args, **kwargs)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round(result)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wrapper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@round_result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average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(a, b):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 + b) /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418320" y="3246120"/>
            <a:ext cx="242316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capture,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transform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returning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Handling Return Values  ·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CONFIGURABLE DECORATORS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Decorator factories: @deco(arg)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 the decorator in an outer function that takes the config. The outer call returns the decorator: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822960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82296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591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3591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3591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402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audit_logger.py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34056"/>
            <a:ext cx="7772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audit_logger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(log_path):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decorator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(func):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wrapper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(*args, **kwargs):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# write to log_path ...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return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func(*args, **kwargs)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wrapper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decorator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@audit_logger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("orders.log")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save_order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(order_id):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...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098280" y="31546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31546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@deco(arg) calls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factory first,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then decorates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Configurable Decorators  ·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 decorators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 the decorator you coded for task 2 such that the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of the log file may be passed as an argument to the decorator.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cross-cutting concern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91640" y="5074920"/>
            <a:ext cx="985723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65960" y="50749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content/decorators.md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REAL-WORLD USE CASES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will meet decorators every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9840" y="1737360"/>
            <a:ext cx="1188720" cy="11887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794" y="20583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28800"/>
            <a:ext cx="8961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routes: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@app.route('/users')</a:t>
            </a:r>
            <a:pPr indent="0" marL="0">
              <a:lnSpc>
                <a:spcPct val="105000"/>
              </a:lnSpc>
              <a:spcAft>
                <a:spcPts val="17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maps a URL to a function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and access control: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@login_required</a:t>
            </a:r>
            <a:pPr indent="0" marL="0">
              <a:lnSpc>
                <a:spcPct val="105000"/>
              </a:lnSpc>
              <a:spcAft>
                <a:spcPts val="17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guards a view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Caching: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@functools.lru_cache</a:t>
            </a:r>
            <a:pPr indent="0" marL="0">
              <a:lnSpc>
                <a:spcPct val="105000"/>
              </a:lnSpc>
              <a:spcAft>
                <a:spcPts val="17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memoises pure functions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helpers: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@property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@staticmethod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1700"/>
              </a:spcAft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@classmethod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fixtures: pytest's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@pytest.fixture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lnSpc>
                <a:spcPct val="105000"/>
              </a:lnSpc>
              <a:spcAft>
                <a:spcPts val="1700"/>
              </a:spcAft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@pytest.mark.*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Real-world Use Cases  ·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use cases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you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decorators for?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91640" y="3154680"/>
            <a:ext cx="9857232" cy="18288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65960" y="3246120"/>
            <a:ext cx="9326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decorators for cross-cutting concerns:</a:t>
            </a:r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logging, timing, caching, auth, validation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use them to change core behaviour:</a:t>
            </a:r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altering return values, hiding business logic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691640" y="5074920"/>
            <a:ext cx="985723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65960" y="50749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content/decorators.md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868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decorator wraps a function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adds behaviour without changing it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@deco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exactly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= deco(name)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*args, **kwargs in the wrapper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works on any function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the result to inspect or transform it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always return it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Factories add a config layer: @deco(arg)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== deco(arg)(func)</a:t>
            </a:r>
            <a:endParaRPr lang="en-US" sz="145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Decorators</dc:title>
  <dc:subject>PptxGenJS Presentation</dc:subject>
  <dc:creator>Edward Reynolds</dc:creator>
  <cp:lastModifiedBy>Edward Reynolds</cp:lastModifiedBy>
  <cp:revision>1</cp:revision>
  <dcterms:created xsi:type="dcterms:W3CDTF">2026-06-11T08:38:50Z</dcterms:created>
  <dcterms:modified xsi:type="dcterms:W3CDTF">2026-06-11T08:38:50Z</dcterms:modified>
</cp:coreProperties>
</file>