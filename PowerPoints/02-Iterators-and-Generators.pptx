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Iterators &amp; Generators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protocol behind every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loop,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 / __next__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yield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lazy shortcut.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2 · ITERATORS &amp; GENERATORS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117043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29968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09" y="2212665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65960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Iterable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238658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target of a for loop · has __iter__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9904" y="1783080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783080"/>
            <a:ext cx="64008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5936" y="2029968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633" y="2212665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87184" y="1965960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Iterator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187184" y="238658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Produces values on demand · __next__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172968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172968"/>
            <a:ext cx="64008" cy="1170432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6112" y="341985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9" y="3602553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355848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 Iterable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737360" y="377647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own __iter__ / __next__ classes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89904" y="3172968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3172968"/>
            <a:ext cx="64008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45936" y="341985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633" y="3602553"/>
            <a:ext cx="311262" cy="3112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87184" y="3355848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187184" y="377647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yield: an iterator with no class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4562856"/>
            <a:ext cx="5458968" cy="117043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562856"/>
            <a:ext cx="64008" cy="117043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" y="4809744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09" y="4992441"/>
            <a:ext cx="311262" cy="3112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4745736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 Use Cases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737360" y="516636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Laziness · range &amp; open built-ins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of a for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of a for loop is an iterable, e.g.: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035040" cy="12435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60350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iterable.py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"iterable"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print(char)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377440"/>
            <a:ext cx="4663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iterable implements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 are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iterable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Iterable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values on demand: the protocol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iterator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values on demand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one at a time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implements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__next__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an iterable's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returns one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values run out it raises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StopIteration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0" y="1783080"/>
            <a:ext cx="4983480" cy="19293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783080"/>
            <a:ext cx="49834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677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688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7830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iter_next.py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39712" y="2276856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=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"ab"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-&gt;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"ab".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(it)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-&gt;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__next__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931920"/>
            <a:ext cx="4983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iter()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gets an iterator from an iterable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next()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gets the next item from an iterator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for loop really does inside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 WRITE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12435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0749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116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for_loop.py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50545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"iterable"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print(char)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8932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PYTHON DOES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2011680"/>
            <a:ext cx="557784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2011680"/>
            <a:ext cx="5577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53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while_loop.py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5352" y="2505456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"iterable"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try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char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(it)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print(char)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except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StopIteration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break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 loop is just a while loop over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next()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stops on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StopIteration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Iterator basics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iterators.py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iterators_test.py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Code in the first, try it in the second.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iterable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iterator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(which dunder?)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built-ins for (a) iterator-from-iterable, (b) next item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 a for loop as its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 / next / StopIteration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CUSTOM ITERABLE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iterable class: __iter__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95528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79552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7498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self.values = []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push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value):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self.values.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(value)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StackIter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823960" y="406908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 returns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fresh iterator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Custom Iterable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CUSTOM ITERABLE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iterator class: __next__ + StopIteration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9509760" cy="34381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9509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562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8562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8562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373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stack_iter.py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31136"/>
            <a:ext cx="9052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StackIter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stack):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self.stack = stack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self.index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(stack.values) -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__next__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if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self.index &lt;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StopIteration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value = self.stack.values[self.index]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self.index -=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Custom Iterable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iterable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6334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an iterable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Fibonacci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 that yields the sequence up to a maximum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Give it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__iter__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__next__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just like the Stack / StackIter pair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91640" y="3246120"/>
            <a:ext cx="6400800" cy="15179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91640" y="3246120"/>
            <a:ext cx="6400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74520" y="3364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75688" y="3364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76856" y="3364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32461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iterators_test.py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47672" y="3739896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Fibonacci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max=20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print(n)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0 1 1 2 3 5 8 13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66760" y="3383280"/>
            <a:ext cx="3182112" cy="822960"/>
          </a:xfrm>
          <a:prstGeom prst="roundRect">
            <a:avLst>
              <a:gd name="adj" fmla="val 6667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3383280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 once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value &gt; max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shortcut to an iterator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23753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235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generator is a function with one or more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yield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statements. Calling it 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an iterator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yield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pauses the function and hands back a value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call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resumes where you left off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local state kept for free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iterator without coding any classes. Far less code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Generators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in action: resuming where you left 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68096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6809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simple_generator.py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7223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simple_generator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yield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yield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yield </a:t>
            </a:r>
            <a:pPr algn="l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the function is called only once!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simple_generator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print(num)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194560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yield pauses,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resumes on next()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Generators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6334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generator that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yields multiples of 6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 to a max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built-in makes that generator redundant?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(hint: range step)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91640" y="3246120"/>
            <a:ext cx="6400800" cy="15179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91640" y="3246120"/>
            <a:ext cx="6400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74520" y="3364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75688" y="3364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76856" y="3364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32461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iterators.py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47672" y="3739896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multiples_of_6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mx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yield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66760" y="3383280"/>
            <a:ext cx="3182112" cy="822960"/>
          </a:xfrm>
          <a:prstGeom prst="roundRect">
            <a:avLst>
              <a:gd name="adj" fmla="val 6667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3383280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yield, do not return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whole list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 USE CASES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bother? Process every prime up to 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HARD-CODED LIST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3520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21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221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221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03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primes_list.py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596896"/>
            <a:ext cx="30632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primes = [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</a:t>
            </a:r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 million? can't.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COMPUTE IN A LOOP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2103120"/>
            <a:ext cx="3520440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103120"/>
            <a:ext cx="3520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221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18888" y="2221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0056" y="2221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103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primes_loop.py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90872" y="2596896"/>
            <a:ext cx="30632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&lt;=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if </a:t>
            </a:r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is_prime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(n): 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n +=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1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tangled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A GENERATOR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103120"/>
            <a:ext cx="3520440" cy="19293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2103120"/>
            <a:ext cx="3520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2219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13648" y="22219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14816" y="22219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2103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prime_generator.py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85632" y="2596896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primes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mx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n = </a:t>
            </a:r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while 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&lt;= mx: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</a:t>
            </a:r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is_prime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yield </a:t>
            </a:r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doesn't scale → loop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scales but tangles find &amp; use → generator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lazy, parameterised, reusable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Cases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GENERATOR USE CASES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already use these: range &amp; open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range: a lazy sequence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40680" cy="1435608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54406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762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762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176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574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range_demo.py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55117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generated on demand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range(start, stop, step), holds nothing in memory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open: a lazy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5285232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2057400"/>
            <a:ext cx="5285232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1762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21762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48856" y="2176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05740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open_demo.py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19672" y="2551176"/>
            <a:ext cx="48280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read in chunks if needed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 =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"big.txt"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 </a:t>
            </a:r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print(line)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950208"/>
            <a:ext cx="5285232" cy="640080"/>
          </a:xfrm>
          <a:prstGeom prst="roundRect">
            <a:avLst>
              <a:gd name="adj" fmla="val 8571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950208"/>
            <a:ext cx="5285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10 GB file never loads at once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are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iterables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same idea as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prime_generator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compute / read only what's needed, when it's needed.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Cases  ·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 the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 &amp; cons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iterators / generators vs a plain list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A GENERATOR WINS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2971800"/>
            <a:ext cx="4663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Lazy, memory-light, even huge / infinite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One-pass streaming (logs, files, feeds)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 code, no iterator class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WHEN A LIST WINS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0" y="2971800"/>
            <a:ext cx="4663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Re-iterate freely, generators are single-use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Indexing &amp; len(), generators have neither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reused data you hold anyway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content/iterators-and-generators.md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868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Iterable has __iter__; iterator has __next__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one returns the other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 loop is iter() + next() + StopIteration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 the hood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Generators: yield gives you an iterator, no class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lazy &amp; memory-light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Iterators &amp; Generators</dc:title>
  <dc:subject>PptxGenJS Presentation</dc:subject>
  <dc:creator>Edward Reynolds</dc:creator>
  <cp:lastModifiedBy>Edward Reynolds</cp:lastModifiedBy>
  <cp:revision>1</cp:revision>
  <dcterms:created xsi:type="dcterms:W3CDTF">2026-06-11T00:17:06Z</dcterms:created>
  <dcterms:modified xsi:type="dcterms:W3CDTF">2026-06-11T00:17:06Z</dcterms:modified>
</cp:coreProperties>
</file>