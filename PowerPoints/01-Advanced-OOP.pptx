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143000"/>
            <a:ext cx="1051560" cy="105156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89" y="1426921"/>
            <a:ext cx="483718" cy="4837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PROGRAMMING 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OOP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658368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three OO principles, </a:t>
            </a:r>
            <a:pPr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dunder methods</a:t>
            </a:r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the honest question: </a:t>
            </a:r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or no class?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8368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Edward Reynolds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·    StayAhead Training, 2026</a:t>
            </a:r>
            <a:endParaRPr lang="en-US" sz="1400" dirty="0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1 · ADVANCED OOP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58968" cy="1170432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64008" cy="1170432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029968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809" y="2212665"/>
            <a:ext cx="311262" cy="3112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65960"/>
            <a:ext cx="4178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737360" y="2386584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Everything is an object · the self parameter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9904" y="1783080"/>
            <a:ext cx="5458968" cy="1170432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89904" y="1783080"/>
            <a:ext cx="64008" cy="1170432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45936" y="2029968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633" y="2212665"/>
            <a:ext cx="311262" cy="3112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87184" y="1965960"/>
            <a:ext cx="4178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Dunder Methods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187184" y="2386584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Operators &amp; built-ins · custom __add__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0080" y="3172968"/>
            <a:ext cx="5458968" cy="1170432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3172968"/>
            <a:ext cx="64008" cy="1170432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96112" y="3419856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09" y="3602553"/>
            <a:ext cx="311262" cy="31126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3355848"/>
            <a:ext cx="4178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Composition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737360" y="3776472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HAS-A · objects holding objects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089904" y="3172968"/>
            <a:ext cx="5458968" cy="1170432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089904" y="3172968"/>
            <a:ext cx="64008" cy="1170432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345936" y="3419856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633" y="3602553"/>
            <a:ext cx="311262" cy="31126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87184" y="3355848"/>
            <a:ext cx="4178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Encapsulation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7187184" y="3776472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Private &amp; protected · properties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40080" y="4562856"/>
            <a:ext cx="5458968" cy="1170432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0080" y="4562856"/>
            <a:ext cx="64008" cy="1170432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96112" y="4809744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09" y="4992441"/>
            <a:ext cx="311262" cy="31126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737360" y="4745736"/>
            <a:ext cx="4178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Inheritance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1737360" y="5166360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Override · abstract · multiple · mixins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089904" y="4562856"/>
            <a:ext cx="5458968" cy="1170432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089904" y="4562856"/>
            <a:ext cx="64008" cy="1170432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345936" y="4809744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633" y="4992441"/>
            <a:ext cx="311262" cy="31126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187184" y="4745736"/>
            <a:ext cx="4178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&amp; Class Methods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7187184" y="5166360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@staticmethod · @classmethod factories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Contents  ·  01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is objects, all the way down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is an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object-oriented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language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Numbers, strings, lists, dictionaries, and even functions, are objects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 overloading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made possible by classes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iterator is just an object with a __next__ method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context manager is just an object with __enter__ and __exit__ methods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  ·  02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CLASSES REVIEW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quick refresher: the Rectangle class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288950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67665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019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9019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9019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7830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rectangle.py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276856"/>
            <a:ext cx="6309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Rectangle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__init__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(self, width, height):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self.width = width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self.height = height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7  </a:t>
            </a:r>
            <a:pPr algn="l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perimeter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8  </a:t>
            </a:r>
            <a:pPr algn="l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return 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(self.width + self.height) * </a:t>
            </a:r>
            <a:pPr algn="l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0" y="1920240"/>
            <a:ext cx="3840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__init__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sets up state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self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this object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Methods are just functions that live on the class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Classes review  ·  03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CLASSES OR NO?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job, two 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 A CLASS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49240" cy="12435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53492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305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1305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1305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01168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with_class.py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505456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rect =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Rectangle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perim = rect.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perimeter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63640" y="1691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WITHOUT (a dict + a function)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011680"/>
            <a:ext cx="5303520" cy="12435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2011680"/>
            <a:ext cx="530352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21305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47688" y="21305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48856" y="21305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20116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without_class.py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19672" y="2505456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rect = {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"width"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"height"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perim =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rect_perimeter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(rect)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3383280"/>
            <a:ext cx="10927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work.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when is a class worth it? That's the real question of this course.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Classes or no?  ·  04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CLASSES OR NO?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 class actually buys you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606040" cy="301752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94560"/>
            <a:ext cx="260604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514600"/>
            <a:ext cx="777240" cy="7772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43" y="2724455"/>
            <a:ext cx="357530" cy="357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429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Simpler to instantiate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Rectangle(6, 4) beats hand-building a dict every time.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19856" y="2194560"/>
            <a:ext cx="2606040" cy="301752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9856" y="2194560"/>
            <a:ext cx="260604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12464" y="2514600"/>
            <a:ext cx="777240" cy="7772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319" y="2724455"/>
            <a:ext cx="357530" cy="3575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94176" y="3429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Derived values baked in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94176" y="4069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Properties compute things like area on demand.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99632" y="2194560"/>
            <a:ext cx="2606040" cy="301752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99632" y="2194560"/>
            <a:ext cx="260604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92240" y="2514600"/>
            <a:ext cx="777240" cy="7772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095" y="2724455"/>
            <a:ext cx="357530" cy="3575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73952" y="3429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Self-validating objects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73952" y="4069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object guards its own data, no bad state.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979408" y="2194560"/>
            <a:ext cx="2606040" cy="301752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979408" y="2194560"/>
            <a:ext cx="260604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272016" y="2514600"/>
            <a:ext cx="777240" cy="7772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1871" y="2724455"/>
            <a:ext cx="357530" cy="35753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53728" y="3429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 overloading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253728" y="4069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+ , == , len() and more for your type.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Classes or no?  ·  05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SELF PARAMETER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really happens at Rectangle(6, 4)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863840" cy="288950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78638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9476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9476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82880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self.py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322576"/>
            <a:ext cx="7406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rect =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Rectangle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4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internally...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1. create a new empty object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rect = Rectangle.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__new__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(Rectangle)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2. initialise that object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Rectangle.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__init__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rect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732520" y="4160520"/>
            <a:ext cx="2834640" cy="777240"/>
          </a:xfrm>
          <a:prstGeom prst="roundRect">
            <a:avLst>
              <a:gd name="adj" fmla="val 7059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32520" y="41605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first argument is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reference to the new object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first argument is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You never pass it. Python does.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self parameter  ·  06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SELF PARAMETER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Calling a method passes self too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7863840" cy="179222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78638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3911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203911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203911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92024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self_call.py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414016"/>
            <a:ext cx="7406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perim = rect.</a:t>
            </a:r>
            <a:pPr algn="l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perimeter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internally...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perim = Rectangle.</a:t>
            </a:r>
            <a:pPr algn="l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perimeter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rect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732520" y="3337560"/>
            <a:ext cx="2834640" cy="777240"/>
          </a:xfrm>
          <a:prstGeom prst="roundRect">
            <a:avLst>
              <a:gd name="adj" fmla="val 7059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32520" y="33375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rect is passed in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 self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rect.perimeter()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is just shorthand for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Rectangle.perimeter(rect)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self parameter  ·  07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DUNDER METHODS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magic methods Python calls for you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65836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Dunder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double underscore; AKA magic methods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method whose name begins and ends with two underscores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be called directly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calls them internally, on your behalf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589520" y="2103120"/>
            <a:ext cx="3977640" cy="12435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0" y="2103120"/>
            <a:ext cx="39776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222199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222199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74736" y="222199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210312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dunder.py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845552" y="259689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__init__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pass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Dunder methods  ·  08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DUNDER METHODS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operator is a dunder method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you use an operator, Python calls a dunder method behind the scenes: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6949440" cy="234086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77440"/>
            <a:ext cx="69494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9631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9631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9631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37744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operators.py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871216"/>
            <a:ext cx="6492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 = y = </a:t>
            </a:r>
            <a:pPr algn="l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 = x + 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internally...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 = x.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__add__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(y)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63840" y="2468880"/>
            <a:ext cx="3749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-&gt;  __add__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==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-&gt;  __eq__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-&gt;  __lt__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str()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-&gt; __str__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Dunder methods  ·  09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DUNDER METHODS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functions are dunder methods too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7132320" cy="234086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713232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305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21305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21305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0116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builtins.py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505456"/>
            <a:ext cx="6675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nums = [</a:t>
            </a:r>
            <a:pPr algn="l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print(len(nums))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internally...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print(nums.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__len__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0" y="2377440"/>
            <a:ext cx="3566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len()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-&gt; __len__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str()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-&gt; __str__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iter()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-&gt; __iter__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Dunder methods  ·  10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DUNDER METHODS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Exploit them to power up your classes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a dunder on your class and the matching syntax just works: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8412480" cy="288950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841248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048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048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048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28600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rectangle_add.py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779776"/>
            <a:ext cx="7955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Rectangle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...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__add__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(self, other):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if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type(other) == Rectangle: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width = self.width + other.width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7 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height = self.height + other.height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8 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return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Rectangle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(width, height)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Dunder methods  ·  11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COMPOSITION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HAS-A: objects built from other objects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Composition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an object that holds other objects as attributes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HAS-A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relationship, a Car HAS-A Engine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Contrast inheritance's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IS-A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 Car is not a kind of Engine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7863840" cy="234086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657600"/>
            <a:ext cx="78638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764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37764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37764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65760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composition.py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4151376"/>
            <a:ext cx="7406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Engine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 ...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__init__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self.engine =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Engine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78240" y="4206240"/>
            <a:ext cx="2788920" cy="777240"/>
          </a:xfrm>
          <a:prstGeom prst="roundRect">
            <a:avLst>
              <a:gd name="adj" fmla="val 7059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0" y="42062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 HAS-A Engine,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 holds one, not IS one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Composition  ·  12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ENCAPSULATION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OO principle 1 of 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005840" cy="10058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97" y="2191817"/>
            <a:ext cx="462686" cy="462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48840" y="1828800"/>
            <a:ext cx="9144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of three object-oriented principles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Grouping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related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state (attributes) and behaviour (methods)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inner workings of a class should be hidden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attributes from corruption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Hide methods that are only used internally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Encapsulation  ·  13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PRIVATE AND PROTECTED MEMBERS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members: the _ prefix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name prefixed with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treated as protected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Should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 accessed from outside the class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convention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a rule. Python won't stop you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7315200" cy="151790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657600"/>
            <a:ext cx="73152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764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37764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37764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65760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protected.py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4151376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__init__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(self, username):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_username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username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Encapsulation  ·  14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PRIVATE AND PROTECTED MEMBERS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members: the __ prefix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leading underscores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__name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triggers name-mangling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rewrites it to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_ClassName__name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behind the scenes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_name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a polite convention; double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__name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harder to reach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8595360" cy="26151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657600"/>
            <a:ext cx="85953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764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37764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37764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65760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private.py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4151376"/>
            <a:ext cx="8138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Account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__init__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__balance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 =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Account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acc.__balance</a:t>
            </a:r>
            <a:pPr algn="l" indent="0" marL="0">
              <a:buNone/>
            </a:pPr>
            <a:r>
              <a:rPr lang="en-US" sz="14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# AttributeError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7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acc._Account__balance</a:t>
            </a:r>
            <a:pPr algn="l" indent="0" marL="0">
              <a:buNone/>
            </a:pPr>
            <a:r>
              <a:rPr lang="en-US" sz="14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# works (mangled)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Encapsulation  ·  15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PROPERTIES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Properties: attributes managed by methods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property looks like an attribute but is backed by methods. It needs: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80160" y="2560320"/>
            <a:ext cx="10058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 A protected attribute  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(self._username)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 A getter decorated with  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@property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 A setter decorated with  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@[name].setter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49377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getter and setter can include logic: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formatting and validation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Encapsulation  ·  16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PROPERTIES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Properties: the getter and setter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8778240" cy="371246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87782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019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9019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9019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78308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user_property.py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276856"/>
            <a:ext cx="83210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...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4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@</a:t>
            </a:r>
            <a:pPr algn="l" indent="0" marL="0">
              <a:buNone/>
            </a:pPr>
            <a:r>
              <a:rPr lang="en-US" sz="14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property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username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return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self._username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7  </a:t>
            </a:r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8  </a:t>
            </a:r>
            <a:pPr algn="l" indent="0" marL="0">
              <a:buNone/>
            </a:pPr>
            <a:r>
              <a:rPr lang="en-US" sz="14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@</a:t>
            </a:r>
            <a:pPr algn="l" indent="0" marL="0">
              <a:buNone/>
            </a:pPr>
            <a:r>
              <a:rPr lang="en-US" sz="14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username.setter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9 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username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(self, new_username):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 </a:t>
            </a:r>
            <a:pPr algn="l" indent="0" marL="0">
              <a:buNone/>
            </a:pPr>
            <a:r>
              <a:rPr lang="en-US" sz="14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# TODO validation logic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self._username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new_username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Encapsulation  ·  17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PROPERTIES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Properties: it just looks like an attribute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8595360" cy="234086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85953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9476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9476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82880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user_usage.py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322576"/>
            <a:ext cx="8138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 =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user.username = </a:t>
            </a:r>
            <a:pPr algn="l" indent="0" marL="0">
              <a:buNone/>
            </a:pPr>
            <a:r>
              <a:rPr lang="en-US" sz="14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"thomas"</a:t>
            </a:r>
            <a:pPr algn="l" indent="0" marL="0">
              <a:buNone/>
            </a:pPr>
            <a:r>
              <a:rPr lang="en-US" sz="14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# calls the setter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internally: User.username.fset(user, </a:t>
            </a:r>
            <a:pPr algn="l" indent="0" marL="0">
              <a:buNone/>
            </a:pPr>
            <a:r>
              <a:rPr lang="en-US" sz="14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"thomas"</a:t>
            </a:r>
            <a:pPr algn="l" indent="0" marL="0">
              <a:buNone/>
            </a:pPr>
            <a:r>
              <a:rPr lang="en-US" sz="14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print(user.username)</a:t>
            </a:r>
            <a:pPr algn="l" indent="0" marL="0">
              <a:buNone/>
            </a:pPr>
            <a:r>
              <a:rPr lang="en-US" sz="14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# calls the getter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4846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parentheses, no method-call syntax.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methods run, but the code reads like a simple attribute.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Encapsulation  ·  18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INHERITANCE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OO principle 2 of 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005840" cy="10058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97" y="2191817"/>
            <a:ext cx="462686" cy="462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48840" y="1828800"/>
            <a:ext cx="9144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second of three OO principles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class inherits state and behaviour from another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Represents an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IS-A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relationship between classes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simply a tool for code reuse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Inheritance  ·  19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INHERITANCE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Extending: super(), base and derived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8869680" cy="343814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886968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019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9019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9019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78308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extending.py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276856"/>
            <a:ext cx="84124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4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the super / base / parent class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Player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__init__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(self, name, dob, contact):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self.name = name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4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the sub / derived / child class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7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Footballer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Player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8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__init__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(self, name, dob, contact, position):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9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super()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.__init__(name, dob, contact)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self.position = position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784080" y="45720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0" y="4572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call the parent's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initialiser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Inheritance  ·  20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INHERITANCE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Overriding: replace a parent's method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8595360" cy="26151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85953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019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9019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9019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78308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overriding.py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276856"/>
            <a:ext cx="8138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Player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play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print(self.name, </a:t>
            </a:r>
            <a:pPr algn="l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"is playing..."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Footballer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(Player):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play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7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print(self.name, </a:t>
            </a:r>
            <a:pPr algn="l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"is playing football..."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method name, child wins.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Footballer.play() runs the football version, not the generic one.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Inheritance  ·  21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INHERITANCE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Subclass initialisation: call super().__init__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subclass __init__ should run the parent's __init__ first, with super():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8778240" cy="179222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87782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048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048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048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28600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subclass_init.py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779776"/>
            <a:ext cx="8321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Footballer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(Player):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__init__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(self, name, position):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super()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__init__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(name)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self.position = position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super().__init__(...)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sets up the inherited state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Forget it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the parent's attributes (e.g. self.name) are never set -&gt; AttributeError later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Inheritance  ·  22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INHERITANCE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issubclass &amp; isinstance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9326880" cy="234086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932688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019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9019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9019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78308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checks.py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276856"/>
            <a:ext cx="8869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 =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issubclass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(Footballer, Player)</a:t>
            </a:r>
            <a:pPr algn="l" indent="0" marL="0">
              <a:buNone/>
            </a:pPr>
            <a:r>
              <a:rPr lang="en-US" sz="14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# True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bob =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Footballer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"Bob"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"Defender"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 =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isinstance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(bob, Footballer)</a:t>
            </a:r>
            <a:pPr algn="l" indent="0" marL="0">
              <a:buNone/>
            </a:pPr>
            <a:r>
              <a:rPr lang="en-US" sz="14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# True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 =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isinstance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(bob, Player)</a:t>
            </a:r>
            <a:pPr algn="l" indent="0" marL="0">
              <a:buNone/>
            </a:pPr>
            <a:r>
              <a:rPr lang="en-US" sz="14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# True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issubclass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asks about classes;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isinstance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asks about objects. bob is BOTH a Footballer and a Player.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Inheritance  ·  23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POLYMORPHISM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OO principle 3 of 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005840" cy="10058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97" y="2191817"/>
            <a:ext cx="462686" cy="462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48840" y="1828800"/>
            <a:ext cx="9144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third of three OO principles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object, 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types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by-product of inheritance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E.g. bob is a Footballer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Player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function that accepts a Player may be passed a Footballer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Polymorphism  ·  24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POLYMORPHISM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Swap behaviour without changing a class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can this class's behaviour change without editing it?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8778240" cy="26151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87782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048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048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048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28600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user_service.py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779776"/>
            <a:ext cx="8321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UserService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__init__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(self, validator: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UserValidator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self.validator = validator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add_user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(self, user: User):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self.validator.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validate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(user)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7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...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 in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validator that fits the shape. Swap it for a stricter one, a test double, no edit to UserService.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Polymorphism  ·  25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ABSTRACT CLASSES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a contract subclasses must honour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abc import ABC, abstractmethod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cannot instantiate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 abstract class directly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Subclasses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must implement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every @abstractmethod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8229600" cy="234086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657600"/>
            <a:ext cx="82296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764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37764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37764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65760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abstract.py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4151376"/>
            <a:ext cx="7772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Shape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ABC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@</a:t>
            </a:r>
            <a:pPr algn="l"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abstractmethod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area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 ...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Circle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(Shape):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area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pi*self.r**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0" y="4206240"/>
            <a:ext cx="2423160" cy="777240"/>
          </a:xfrm>
          <a:prstGeom prst="roundRect">
            <a:avLst>
              <a:gd name="adj" fmla="val 7059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42062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Shape() raises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TypeError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Abstract Classes  ·  26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MULTIPLE INHERITANCE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class, several parents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C(A, B)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 inherits from both A and B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diamond problem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if A and B share a base, which method wins?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resolves it with the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MRO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(method resolution order)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8778240" cy="206654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611880"/>
            <a:ext cx="87782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307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37307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37307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61188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multiple.py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4105656"/>
            <a:ext cx="8321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...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...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 ...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C.__mro__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# (C, A, B, object)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58521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Powerful but easy to misuse: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sparingly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MRO is the order Python searches for a method.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Multiple Inheritance  ·  27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MIXINS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Bolt-on behaviour via multiple inheritance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mixin is a small class that adds one focused piece of behaviour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meant to be instantiated on its own, it has no life alone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 in via multiple inheritance; named with a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Mixin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suffix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8961120" cy="206654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611880"/>
            <a:ext cx="896112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307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37307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37307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6118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mixins.py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4105656"/>
            <a:ext cx="8503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JsonSerializableMixin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to_json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return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json.dumps(self.__dict__)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JsonSerializableMixin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 ...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58521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gains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.to_json()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free: focused, reusable behaviour without a deep hierarchy.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Mixins  ·  28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STATIC AND CLASS METHODS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methods: no self, no cls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@staticmethod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receives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neither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self nor cls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 a plain function that lives in the class's namespace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it when behaviour belongs with the class but needs no instance 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8046720" cy="234086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657600"/>
            <a:ext cx="804672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764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37764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37764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65760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static.py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4151376"/>
            <a:ext cx="7589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MathUtils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@</a:t>
            </a:r>
            <a:pPr algn="l"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staticmethod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(a, b):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return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+ b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MathUtils.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buNone/>
            </a:pPr>
            <a:r>
              <a:rPr lang="en-US" sz="14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# 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Static &amp; Class Methods  ·  29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STATIC AND CLASS METHODS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methods: receive cls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@classmethod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receives the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cls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(not the instance)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use: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alternative constructors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(factory methods)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8595360" cy="26151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246120"/>
            <a:ext cx="85953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36499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336499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336499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24612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classmethod.py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3739896"/>
            <a:ext cx="8138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__init__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(self, y, m, d): ...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@</a:t>
            </a:r>
            <a:pPr algn="l"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classmethod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from_string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cls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text):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y, m, d = text.split(</a:t>
            </a:r>
            <a:pPr algn="l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"-"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7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return 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cls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int(y), int(m), int(d)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Static &amp; Class Methods  ·  30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INHERITANCE &amp; POLYMORPHISM, OR NO?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honest alternatives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code can be polymorphic too: pass a function (Callable):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8778240" cy="179222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331720"/>
            <a:ext cx="87782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45059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245059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16736" y="245059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33172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functional.py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87552" y="2825496"/>
            <a:ext cx="8321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validate is a function (Callable)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add_user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(user: User, validate: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Callable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validate(user)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...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25196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module may be substituted for another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Functions may be monkey-patched at runtime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Lesson: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OOP is one good tool, not the only one. Choose it for genuine IS-A and rich state.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 no?  ·  31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Exercises: Advanced 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08792" cy="914400"/>
          </a:xfrm>
          <a:prstGeom prst="rect">
            <a:avLst/>
          </a:prstGeom>
          <a:solidFill>
            <a:srgbClr val="0F1626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Setup:  </a:t>
            </a:r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</a:t>
            </a:r>
            <a:pPr indent="0" marL="0">
              <a:buNone/>
            </a:pPr>
            <a:r>
              <a:rPr lang="en-US" sz="14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classes.py</a:t>
            </a:r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indent="0" marL="0">
              <a:buNone/>
            </a:pPr>
            <a:r>
              <a:rPr lang="en-US" sz="14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classes_test.py</a:t>
            </a:r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 Define each class in </a:t>
            </a:r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classes.py</a:t>
            </a:r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test it in </a:t>
            </a:r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classes_test.py</a:t>
            </a:r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Name classes as you see fit.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2606040" cy="288036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880360"/>
            <a:ext cx="260604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172968"/>
            <a:ext cx="731520" cy="73152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" y="3370478"/>
            <a:ext cx="336499" cy="33649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4023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Circles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45312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Derive diameter, circumference, area from a radius.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5349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links to </a:t>
            </a:r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properties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419856" y="2880360"/>
            <a:ext cx="2606040" cy="288036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19856" y="2880360"/>
            <a:ext cx="260604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94176" y="3172968"/>
            <a:ext cx="731520" cy="73152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1686" y="3370478"/>
            <a:ext cx="336499" cy="33649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94176" y="4023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 Loans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694176" y="445312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Derive total repayable and monthly payment.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3694176" y="5349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links to </a:t>
            </a:r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properties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199632" y="2880360"/>
            <a:ext cx="2606040" cy="288036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99632" y="2880360"/>
            <a:ext cx="260604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473952" y="3172968"/>
            <a:ext cx="731520" cy="73152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462" y="3370478"/>
            <a:ext cx="336499" cy="336499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73952" y="4023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eCommerce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473952" y="445312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Products, baskets, inventory + business rules.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6473952" y="5349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links to </a:t>
            </a:r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encapsulation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8979408" y="2880360"/>
            <a:ext cx="2606040" cy="288036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979408" y="2880360"/>
            <a:ext cx="260604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253728" y="3172968"/>
            <a:ext cx="731520" cy="73152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1238" y="3370478"/>
            <a:ext cx="336499" cy="336499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253728" y="4023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Tabular Data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9253728" y="445312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Columns &amp; tables; make objects subscriptable.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9253728" y="5349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links to </a:t>
            </a:r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dunder __getitem__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Exercises  ·  32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2 · CIRCLES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class whose instances represent circles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circle has a radius, from which its diameter, circumference and area may be derived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the derived values behave like attributes: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@property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7863840" cy="206654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108960"/>
            <a:ext cx="78638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22783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322783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322783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10896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formulas.py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3602736"/>
            <a:ext cx="7406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math </a:t>
            </a:r>
            <a:pPr algn="l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diameter      = </a:t>
            </a:r>
            <a:pPr algn="l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* 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circumference = </a:t>
            </a:r>
            <a:pPr algn="l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* pi * 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area          = pi * r * 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Exercises  ·  33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3 · BANK LOANS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class whose instances represent loans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loan has an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amount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(in years), and an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 rate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(a percentage)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Derive the total amount repayable and the monthly repayment amount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8778240" cy="179222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108960"/>
            <a:ext cx="87782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22783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322783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322783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10896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formulas.py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3602736"/>
            <a:ext cx="8321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amount, term (years), rate (a percentage)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total_repayable = amount * rate / </a:t>
            </a:r>
            <a:pPr algn="l" indent="0" marL="0">
              <a:buNone/>
            </a:pPr>
            <a:r>
              <a:rPr lang="en-US" sz="14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+ amount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monthly_payment = total_repayable / (term * </a:t>
            </a:r>
            <a:pPr algn="l" indent="0" marL="0">
              <a:buNone/>
            </a:pPr>
            <a:r>
              <a:rPr lang="en-US" sz="14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Exercises  ·  34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4-5 · ECOMMERCE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Products, baskets, and business rules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an id, a name, and a price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Basket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holds products + quantities; derive total count and total price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BUSINESS RULES (enforce with encapsulation)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product must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be writable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after creation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basket's contents must 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5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be directly writable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basket must 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5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contain duplicate products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Exercises  ·  35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6-8 · ECOMMERCE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Inventory, and questions of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868680" cy="8686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9CA3A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064" y="2063344"/>
            <a:ext cx="399593" cy="3995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78308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class, maintains stock of products, with two methods: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77440" y="2377440"/>
            <a:ext cx="8961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 a product, return the quantity in stock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 a product + quantity, reduce that product's stock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377440" y="3703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the inventory data in a </a:t>
            </a:r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file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(for now).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4297680"/>
            <a:ext cx="10817352" cy="1417320"/>
          </a:xfrm>
          <a:prstGeom prst="rect">
            <a:avLst/>
          </a:prstGeom>
          <a:solidFill>
            <a:srgbClr val="0F1626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4434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THINK &amp; DISCUSS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4754880"/>
            <a:ext cx="10424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Should baskets be responsible for checking/updating the inventory? Why or why not?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other class(es) might the eCommerce application need, if any?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Exercises  ·  36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9-10 · TABULAR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Columns &amp; tables (Pandas-flavoured)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wraps a list; methods for min / max / mean when numeric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wraps a dict of header -&gt; Column; make it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subscriptable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9326880" cy="206654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063240"/>
            <a:ext cx="932688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18211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318211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318211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06324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tabular.py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3557016"/>
            <a:ext cx="8869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square brackets -&gt; the __getitem__ dunder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email_col = my_table[</a:t>
            </a:r>
            <a:pPr algn="l" indent="0" marL="0">
              <a:buNone/>
            </a:pPr>
            <a:r>
              <a:rPr lang="en-US" sz="14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"email"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so this should give the average total price: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orders[</a:t>
            </a:r>
            <a:pPr algn="l" indent="0" marL="0">
              <a:buNone/>
            </a:pPr>
            <a:r>
              <a:rPr lang="en-US" sz="14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"total price"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].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mean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Exercises  ·  37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234440"/>
            <a:ext cx="1005840" cy="10058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45" y="1506017"/>
            <a:ext cx="462686" cy="4626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Recap &amp; questions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85800" y="3566160"/>
            <a:ext cx="7315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is an object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dunder methods power operators &amp; built-ins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Encapsulation, Inheritance, Polymorphism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 three principles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or no class?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choose deliberately</a:t>
            </a:r>
            <a:endParaRPr lang="en-US" sz="1500" dirty="0"/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OOP</dc:title>
  <dc:subject>PptxGenJS Presentation</dc:subject>
  <dc:creator>Edward Reynolds</dc:creator>
  <cp:lastModifiedBy>Edward Reynolds</cp:lastModifiedBy>
  <cp:revision>1</cp:revision>
  <dcterms:created xsi:type="dcterms:W3CDTF">2026-06-11T00:17:26Z</dcterms:created>
  <dcterms:modified xsi:type="dcterms:W3CDTF">2026-06-11T00:17:26Z</dcterms:modified>
</cp:coreProperties>
</file>